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83C96-E2CF-8DAA-C033-D87DD084A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D4570-E7D7-6DEA-8EAA-4C1F98AE8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A96D7-7144-2B18-2367-52D084EF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C3D75-DCBF-6E12-775A-8482F59FD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91D16-BD8C-FF44-7CF3-0ED700B3E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5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DE3F-2FB4-94EC-9317-1D56CFC1F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56B26-4144-02CD-105B-0FB882D06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5114B-242E-BA1A-9E8F-FA1EF2D5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9F214-571C-0788-B814-6F7757FA5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D5F55-6655-BE81-715B-A4250FA9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625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4126E-BC7A-F49D-3EE0-3AE07EB4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C05A3-76A4-2BA0-00D5-A768A3312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C23C2-248F-E818-24CF-C1C065BB2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6996-A014-C605-FF1F-92F5F4A6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2B254-7B82-67D8-2244-A47126728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92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B0706-434F-DFBD-8776-F755B4D1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A5FC9-F6E5-D31E-8476-613148485E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5F5B1-1B09-AEF4-94E8-CDA515A08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AA30D-9D0E-7ACE-7A55-32BEAF4FE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82038-8BB3-909A-E917-F21B56FF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D137-7696-B9FB-C1B1-0BA7E539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9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2BB24-08F8-587A-875E-9AD9DFEE1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D288B-AF0E-F175-5250-C69C7A6DC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BA372-A7F6-3CE5-583A-C4CDD80BA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91243-4C36-E65C-1846-019750F85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4D810-BEA2-CAE8-BC5F-1BCE444C5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78E09D-661B-4242-E7AE-570FD8EF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AF4CE-42E6-AD5E-B269-B3CE930C5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1D525-C178-0A10-0484-0E768CD8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02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B0DE-7515-AB0D-FBCC-B5FB4EF6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FDBD9-22B2-6032-9C39-B5BE65D68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B5A79-665A-CBEF-8AC0-951C60C8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B8DB7-FCF6-2A17-BFE0-00A256D6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6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F83BDC-C52B-2ACC-9410-89C93C2C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EF7E89-46CB-5147-E6E9-C2B5BE48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31E11-7103-10F9-F73D-76602034C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201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2389-D75E-05C0-277C-EEF9A23B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6F53D-AA4E-58D6-3B2D-7DD3E09A0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5AB56-6ED2-F335-DD06-E23095441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44EF1-6D3A-D5EC-A4A6-3A7F9702F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086AA-FFAF-8D47-8EE5-B2B54EF06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08476-BDD4-CFE9-EE1C-8416115B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034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02407-A5A2-064E-9FCF-58E9F820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34933C-3183-E1FC-CBA2-7CD3B181D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4B12B-0EAC-929A-6FE3-99E7CD1C8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F46E8-FD59-A708-61DD-90D5A10B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DDDA5-6EB9-1035-1921-9F8D88C5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E0BB2-5D50-CFDE-FF3E-C9A3FE24A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4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309DF-E9A0-D410-22B7-1852001A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D6900-6039-EF62-EE45-94E356DDE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AB311-7EF0-7378-BAF5-80C24D87D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B7250-F2A1-1802-150D-01F9EE91E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086E0-E88B-67B8-7C9C-17E3AB6E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20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AEF14-219C-003E-582E-7666960F6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5507E-4774-474C-54C5-B10D1BCDB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698E3-76D6-B82C-620B-9E671639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36A5F-DFF4-7A55-BEC5-022D6F9E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164F9-9ECA-0344-63D3-FE6A2E95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53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9304FA-1141-49EB-3689-C7C467741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1E77B-1755-E7B6-6A87-81D12F4C5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3FD80-5D1A-380B-648F-033B76B39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F7BFD-C15F-4FD1-BC90-AEC871B3A8FF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E970D-F15A-2CB5-FD86-A77334975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C5F10-68AB-88B6-CB50-CC3C7729C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43FF9-9456-4E4E-8FAA-67E60865AD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252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7DB214-E49E-422A-E951-840F91A0B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0" y="1091238"/>
            <a:ext cx="10520313" cy="40832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0E14487-47CE-0466-5BBC-A9AE37E413A7}"/>
              </a:ext>
            </a:extLst>
          </p:cNvPr>
          <p:cNvSpPr/>
          <p:nvPr/>
        </p:nvSpPr>
        <p:spPr>
          <a:xfrm rot="5400000">
            <a:off x="5142320" y="3304095"/>
            <a:ext cx="716437" cy="51753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B3BEB3-9A5E-15DE-1901-3E90BB6E91C0}"/>
              </a:ext>
            </a:extLst>
          </p:cNvPr>
          <p:cNvCxnSpPr/>
          <p:nvPr/>
        </p:nvCxnSpPr>
        <p:spPr>
          <a:xfrm>
            <a:off x="10416619" y="2177592"/>
            <a:ext cx="59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A61E8A-5FDC-D17C-2CFD-249C62F1FB63}"/>
              </a:ext>
            </a:extLst>
          </p:cNvPr>
          <p:cNvCxnSpPr/>
          <p:nvPr/>
        </p:nvCxnSpPr>
        <p:spPr>
          <a:xfrm>
            <a:off x="10416619" y="2329992"/>
            <a:ext cx="59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4CF5A8-7BB5-464B-BBAE-A2D8B6997813}"/>
              </a:ext>
            </a:extLst>
          </p:cNvPr>
          <p:cNvCxnSpPr/>
          <p:nvPr/>
        </p:nvCxnSpPr>
        <p:spPr>
          <a:xfrm>
            <a:off x="10416619" y="2471394"/>
            <a:ext cx="59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5708F6-F82E-1457-783C-0D5897FAE848}"/>
              </a:ext>
            </a:extLst>
          </p:cNvPr>
          <p:cNvCxnSpPr/>
          <p:nvPr/>
        </p:nvCxnSpPr>
        <p:spPr>
          <a:xfrm>
            <a:off x="10569019" y="2329992"/>
            <a:ext cx="59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687AC8-2B11-8336-FA31-A1BECCD2D23B}"/>
              </a:ext>
            </a:extLst>
          </p:cNvPr>
          <p:cNvCxnSpPr/>
          <p:nvPr/>
        </p:nvCxnSpPr>
        <p:spPr>
          <a:xfrm>
            <a:off x="10721419" y="2482392"/>
            <a:ext cx="59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9633003-D561-F07F-3AFE-2696C48A35BC}"/>
              </a:ext>
            </a:extLst>
          </p:cNvPr>
          <p:cNvSpPr txBox="1"/>
          <p:nvPr/>
        </p:nvSpPr>
        <p:spPr>
          <a:xfrm>
            <a:off x="2912880" y="5169346"/>
            <a:ext cx="2017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Know more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7CC4E6-2D4A-3A5C-2C66-BFC2373FA62F}"/>
              </a:ext>
            </a:extLst>
          </p:cNvPr>
          <p:cNvCxnSpPr/>
          <p:nvPr/>
        </p:nvCxnSpPr>
        <p:spPr>
          <a:xfrm>
            <a:off x="3068425" y="5736210"/>
            <a:ext cx="59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2224B2-073A-AF8C-09B8-EFF9275BBBF8}"/>
              </a:ext>
            </a:extLst>
          </p:cNvPr>
          <p:cNvCxnSpPr/>
          <p:nvPr/>
        </p:nvCxnSpPr>
        <p:spPr>
          <a:xfrm>
            <a:off x="3087279" y="6094429"/>
            <a:ext cx="59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1FE255-785D-2087-2A41-EFDF395027C3}"/>
              </a:ext>
            </a:extLst>
          </p:cNvPr>
          <p:cNvCxnSpPr/>
          <p:nvPr/>
        </p:nvCxnSpPr>
        <p:spPr>
          <a:xfrm>
            <a:off x="4050385" y="5733068"/>
            <a:ext cx="593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82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A66EB3-F7A7-F377-CC07-2665C0C2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503"/>
            <a:ext cx="12192000" cy="396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25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C7C2-65AD-128B-A349-BD808D811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C97EC-986A-4D2E-7CF4-BD076FCBE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995362"/>
            <a:ext cx="56769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5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84E2A3-DF29-59F8-EA09-FE3CC6719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288" y="1136764"/>
            <a:ext cx="8210550" cy="1209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5C275B-0D06-3C06-16F7-1463DEBA42D4}"/>
              </a:ext>
            </a:extLst>
          </p:cNvPr>
          <p:cNvSpPr txBox="1"/>
          <p:nvPr/>
        </p:nvSpPr>
        <p:spPr>
          <a:xfrm>
            <a:off x="9134573" y="531926"/>
            <a:ext cx="28374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Bleeding gums landing page </a:t>
            </a:r>
          </a:p>
          <a:p>
            <a:pPr marL="285750" indent="-285750">
              <a:buFontTx/>
              <a:buChar char="-"/>
            </a:pPr>
            <a:r>
              <a:rPr lang="en-US" dirty="0"/>
              <a:t>Photos need to be replaced </a:t>
            </a:r>
          </a:p>
          <a:p>
            <a:pPr marL="285750" indent="-285750">
              <a:buFontTx/>
              <a:buChar char="-"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A7F66A-400F-A6AA-1E19-860E13A2D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850" y="3606293"/>
            <a:ext cx="3086100" cy="1266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DB6CBC-0B68-C3E3-BD82-BA9F41A4D12F}"/>
              </a:ext>
            </a:extLst>
          </p:cNvPr>
          <p:cNvSpPr txBox="1"/>
          <p:nvPr/>
        </p:nvSpPr>
        <p:spPr>
          <a:xfrm>
            <a:off x="5128181" y="3606293"/>
            <a:ext cx="3582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Photo needs to be changed 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DB5A59-CF9D-9BD5-BB3C-17DE63EF9452}"/>
              </a:ext>
            </a:extLst>
          </p:cNvPr>
          <p:cNvCxnSpPr/>
          <p:nvPr/>
        </p:nvCxnSpPr>
        <p:spPr>
          <a:xfrm>
            <a:off x="4072379" y="4110087"/>
            <a:ext cx="970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77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10B659-2013-82F9-F48F-7456FB23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49" y="902125"/>
            <a:ext cx="7867650" cy="192405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6E4BC49-C826-3655-F439-16A37129EABF}"/>
              </a:ext>
            </a:extLst>
          </p:cNvPr>
          <p:cNvCxnSpPr/>
          <p:nvPr/>
        </p:nvCxnSpPr>
        <p:spPr>
          <a:xfrm>
            <a:off x="4053526" y="2441542"/>
            <a:ext cx="0" cy="987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8C092E-982D-4CD8-2151-2160C4F4AC99}"/>
              </a:ext>
            </a:extLst>
          </p:cNvPr>
          <p:cNvCxnSpPr/>
          <p:nvPr/>
        </p:nvCxnSpPr>
        <p:spPr>
          <a:xfrm>
            <a:off x="6645897" y="2441542"/>
            <a:ext cx="0" cy="987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C66445-13A9-C4A2-326B-C0B91A92CEA2}"/>
              </a:ext>
            </a:extLst>
          </p:cNvPr>
          <p:cNvCxnSpPr/>
          <p:nvPr/>
        </p:nvCxnSpPr>
        <p:spPr>
          <a:xfrm>
            <a:off x="7805394" y="2281287"/>
            <a:ext cx="0" cy="1147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A32C90CD-1A57-987B-3B4C-4A59BA5C6A7C}"/>
              </a:ext>
            </a:extLst>
          </p:cNvPr>
          <p:cNvSpPr/>
          <p:nvPr/>
        </p:nvSpPr>
        <p:spPr>
          <a:xfrm>
            <a:off x="3949831" y="3563332"/>
            <a:ext cx="424201" cy="46849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5DD2E73A-0896-E395-872B-28D546AAE801}"/>
              </a:ext>
            </a:extLst>
          </p:cNvPr>
          <p:cNvSpPr/>
          <p:nvPr/>
        </p:nvSpPr>
        <p:spPr>
          <a:xfrm>
            <a:off x="6466788" y="3563332"/>
            <a:ext cx="424199" cy="46849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7247D41D-065A-A3C2-6788-D358100666BF}"/>
              </a:ext>
            </a:extLst>
          </p:cNvPr>
          <p:cNvSpPr/>
          <p:nvPr/>
        </p:nvSpPr>
        <p:spPr>
          <a:xfrm>
            <a:off x="7635711" y="3563332"/>
            <a:ext cx="329937" cy="468494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504C93-8C2A-75A6-365F-75D5B2C5F109}"/>
              </a:ext>
            </a:extLst>
          </p:cNvPr>
          <p:cNvSpPr txBox="1"/>
          <p:nvPr/>
        </p:nvSpPr>
        <p:spPr>
          <a:xfrm>
            <a:off x="8154186" y="3563332"/>
            <a:ext cx="351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</a:t>
            </a:r>
            <a:r>
              <a:rPr lang="en-US"/>
              <a:t>these 3. </a:t>
            </a:r>
            <a:r>
              <a:rPr lang="en-US" dirty="0"/>
              <a:t>Other photos are ok.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C7D2CE-38F6-90CE-B906-29324C05329E}"/>
              </a:ext>
            </a:extLst>
          </p:cNvPr>
          <p:cNvSpPr txBox="1"/>
          <p:nvPr/>
        </p:nvSpPr>
        <p:spPr>
          <a:xfrm>
            <a:off x="1206631" y="4835951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 one tile – title : </a:t>
            </a:r>
            <a:r>
              <a:rPr lang="en-US" b="1" dirty="0"/>
              <a:t>myofunctional jaw corrections</a:t>
            </a:r>
            <a:endParaRPr lang="en-IN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76E9233-E499-12FC-81F9-47897FA453E4}"/>
              </a:ext>
            </a:extLst>
          </p:cNvPr>
          <p:cNvSpPr/>
          <p:nvPr/>
        </p:nvSpPr>
        <p:spPr>
          <a:xfrm>
            <a:off x="1140643" y="4685122"/>
            <a:ext cx="2620652" cy="14140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8" name="Picture 17" descr="MYOFUNCTIONAL APPLIANCE | #1 Dental Clinic in Coimbatore - Tooth Town">
            <a:extLst>
              <a:ext uri="{FF2B5EF4-FFF2-40B4-BE49-F238E27FC236}">
                <a16:creationId xmlns:a16="http://schemas.microsoft.com/office/drawing/2014/main" id="{288EB83E-6B90-6E14-8047-35032113E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258" y="4685122"/>
            <a:ext cx="1519336" cy="151933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41B45C-DC48-9A4A-4907-229153FE6DDB}"/>
              </a:ext>
            </a:extLst>
          </p:cNvPr>
          <p:cNvCxnSpPr/>
          <p:nvPr/>
        </p:nvCxnSpPr>
        <p:spPr>
          <a:xfrm>
            <a:off x="3619893" y="5297616"/>
            <a:ext cx="7541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C7F285E-B913-F5CF-FACE-C4F39D72DEF6}"/>
              </a:ext>
            </a:extLst>
          </p:cNvPr>
          <p:cNvSpPr txBox="1"/>
          <p:nvPr/>
        </p:nvSpPr>
        <p:spPr>
          <a:xfrm>
            <a:off x="2884602" y="395926"/>
            <a:ext cx="664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braces landing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151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170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38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</cp:revision>
  <dcterms:created xsi:type="dcterms:W3CDTF">2026-05-31T23:47:13Z</dcterms:created>
  <dcterms:modified xsi:type="dcterms:W3CDTF">2026-06-20T12:48:07Z</dcterms:modified>
</cp:coreProperties>
</file>