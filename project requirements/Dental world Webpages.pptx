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5FBD3-75F1-D26D-AF55-52F5600E2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4CC65-D887-00EC-22BC-0DF038038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EE6A2-F251-2AC1-B09C-654E8E380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D4C0-2435-49B0-9FC2-2D17D0AD02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BC80A-FF53-ADA7-F35C-BD811F8B2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7BF4F-CFA3-EFE9-524B-5E6F38253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815E-5C19-46CB-B2B3-32E8E7A41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748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C018A-3941-5C79-CC08-5E99D655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6D9BF-C14E-7CBC-4578-3C1C58A80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D4C37-4007-167D-B7A7-7E0FD7D6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D4C0-2435-49B0-9FC2-2D17D0AD02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59D4-428D-41E6-63C8-6C6B0FE47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905C1-A849-1EF5-5556-E48ED8488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815E-5C19-46CB-B2B3-32E8E7A41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934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6FD5-2AEA-5FC4-1EC7-47197AF6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99FFA-BB93-152E-0911-ADA3E4099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AEF07-3B77-1A79-C3EF-3CF04B370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D4C0-2435-49B0-9FC2-2D17D0AD02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FF907-0DDF-7239-EE5D-1CCC69CE4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8FF8D-9A3D-AC9C-EA54-30DE21253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815E-5C19-46CB-B2B3-32E8E7A41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156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D54DF-CF8A-BE93-D248-A1091484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C23FA-0454-DE2D-1702-013F87564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7F159-5BC9-811B-4121-737CED40A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8FCAE-BF2C-17FD-836C-F6C074B4D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D4C0-2435-49B0-9FC2-2D17D0AD02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9301D-C6A5-28B9-C10D-439E794CF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D2F09-E7CD-FC63-BADD-A26167D0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815E-5C19-46CB-B2B3-32E8E7A41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60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FEB3F-4ADA-2FC5-2488-3D0727C5D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68709-161B-BC0B-CA85-E978BB551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9F142-3A93-C5B3-0818-67A0AC0C2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FE0D58-8FD5-BBF7-50B2-FA36A2490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A05C4A-74DF-25F2-F5A4-9E0F3FF029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0009DD-ED64-17FD-DD06-C5FC3ED23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D4C0-2435-49B0-9FC2-2D17D0AD02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3F6A3-460B-1981-6DB1-B83F605F1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EFFFCD-9A47-F7C9-9FD2-6F72566E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815E-5C19-46CB-B2B3-32E8E7A41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125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8746B-DB93-B1F7-01C1-F6EAD25E4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F45507-8517-D780-1ED2-45555D3E5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D4C0-2435-49B0-9FC2-2D17D0AD02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6C63ED-9854-8106-DFAA-478C8EA5E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5A085-AD69-CCCC-E07C-3A0A92669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815E-5C19-46CB-B2B3-32E8E7A41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342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E99EFF-9718-E86A-9EE4-8C8A048DF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D4C0-2435-49B0-9FC2-2D17D0AD02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309B3B-B763-F344-9A95-3341DD8E7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E92A1-03E5-0FC2-12A0-38B364C29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815E-5C19-46CB-B2B3-32E8E7A41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561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66DA-F723-F6EB-677F-46905E7CE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E171F-4340-2D62-3A55-4C7B4F7BA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C0786-70C6-C4AB-27F0-61D543201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C5AFA-45A2-3258-89E6-E5DA83F81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D4C0-2435-49B0-9FC2-2D17D0AD02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83CD1-DBFA-59A5-C033-1C2040447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CB105-2E0B-0236-7F8A-C5B5FF66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815E-5C19-46CB-B2B3-32E8E7A41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29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DB67F-A84E-D593-7AD0-2752DC94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389C9A-30B0-30EC-EBD0-2DF83CC0D0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8750A-0CE1-5336-198F-3E5FAD591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F1B32-69A6-1E75-6D14-5BA843A71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D4C0-2435-49B0-9FC2-2D17D0AD02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0E0A5-6956-F448-5EA1-D5D24D0BF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E4D6C-6322-6CC5-F3F4-5FA1D82F4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815E-5C19-46CB-B2B3-32E8E7A41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522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64B09-62C2-C0A3-BF4A-5EE9745C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C8E117-E902-C56C-545C-E5570F722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13DC8-87E5-EDE2-A845-265DE1E48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D4C0-2435-49B0-9FC2-2D17D0AD02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18DE8-0D9E-B056-B7DC-01B80A197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8E5BB-D6C6-0683-99DD-D385DCAC1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815E-5C19-46CB-B2B3-32E8E7A41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98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DCC63F-44A7-34FC-E920-90563D3FA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A4E3EC-4FB3-B787-88A1-C8D64FD25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237D0-2D46-A415-0A35-499CA4FEB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D4C0-2435-49B0-9FC2-2D17D0AD02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5E9A5-0931-6A88-8A05-3AF9F928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1249C-9CE5-C085-B927-225C6FE6D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815E-5C19-46CB-B2B3-32E8E7A41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826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349A37-D09B-1991-CBA0-024232777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81F8D-D32D-E379-86F0-DC746F5B8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FC621-4F86-4946-62FC-81231A1CE8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3D4C0-2435-49B0-9FC2-2D17D0AD02C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0544F-FAE6-76F0-70B1-D19FCB52A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5D90E-0794-D5DD-ED25-C16C20513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F815E-5C19-46CB-B2B3-32E8E7A41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621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993fff11b0f34d9b&amp;rlz=1C1GEWG_enIN1174IN1174&amp;sxsrf=ANbL-n5Y5imzcbuXX-uO6JpEiAN0L_6_bQ:1780508022902&amp;q=dental+world+pragathi+nagar+address&amp;ludocid=5513370365755458111&amp;sa=X&amp;ved=2ahUKEwjY2eWhzeuUAxW4sFYBHfdIFGcQ6BN6BAgrEAI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oogle.com/search?rlz=1C1GEWG_enIN1174IN1174&amp;sca_esv=993fff11b0f34d9b&amp;biw=2133&amp;bih=1021&amp;sxsrf=ANbL-n5Wdc_y1igBcqHVprHUTNimgezUUw:1780508081729&amp;q=dental+world-best+dental+clinic-bachupally+hyderabad+address&amp;ludocid=4309888419089741071&amp;sa=X&amp;sqi=2&amp;ved=2ahUKEwjyuuy9zeuUAxWMsVYBHVYREPMQ6BN6BAgwEAI" TargetMode="External"/><Relationship Id="rId4" Type="http://schemas.openxmlformats.org/officeDocument/2006/relationships/hyperlink" Target="https://www.google.com/search?q=dental+world+pragathi+nagar&amp;rlz=1C1GEWG_enIN1174IN1174&amp;oq=&amp;gs_lcrp=EgZjaHJvbWUqBggAEEUYOzIGCAAQRRg7MgYIARBFGDwyBggCEEUYPDIGCAMQRRg7Mg4IBBBFGCcYOxiABBiKBTIGCAUQRRg7MgYIBhBFGDwyBggHEEUYPNIBCDIxMTNqMGo3qAIIsAIB8QXIFLczP335xA&amp;sourceid=chrome&amp;ie=UTF-8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A1EFE-65B3-F007-31FE-B07EAF5E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8C6237-0EF1-1909-4030-6BF052CA50F4}"/>
              </a:ext>
            </a:extLst>
          </p:cNvPr>
          <p:cNvCxnSpPr>
            <a:cxnSpLocks/>
          </p:cNvCxnSpPr>
          <p:nvPr/>
        </p:nvCxnSpPr>
        <p:spPr>
          <a:xfrm flipV="1">
            <a:off x="2983344" y="1314450"/>
            <a:ext cx="1550556" cy="3028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0395DB3-F4F9-2CE1-C23B-00FA8BB22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47" y="61912"/>
            <a:ext cx="2796597" cy="60151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396EC6-0678-AD5D-A72E-C5623D897598}"/>
              </a:ext>
            </a:extLst>
          </p:cNvPr>
          <p:cNvSpPr txBox="1"/>
          <p:nvPr/>
        </p:nvSpPr>
        <p:spPr>
          <a:xfrm>
            <a:off x="4810124" y="923925"/>
            <a:ext cx="27051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the text which is SEO optimized as per the google doc page</a:t>
            </a:r>
            <a:br>
              <a:rPr lang="en-US" dirty="0"/>
            </a:br>
            <a:r>
              <a:rPr lang="en-US" dirty="0"/>
              <a:t>https://docs.google.com/document/d/1AzGHe3m0SEdTUu6iFLb5RMb5jcQ1Qmi_FzV-DkwKZg0/edit?tab=t.0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815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2190-CE59-E236-86CA-A6ECCDE74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C8740E-F0C9-FC62-4574-35C0BCDB32E4}"/>
              </a:ext>
            </a:extLst>
          </p:cNvPr>
          <p:cNvCxnSpPr>
            <a:cxnSpLocks/>
          </p:cNvCxnSpPr>
          <p:nvPr/>
        </p:nvCxnSpPr>
        <p:spPr>
          <a:xfrm flipV="1">
            <a:off x="2828925" y="1666875"/>
            <a:ext cx="1152525" cy="504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5DBEFFF-BE97-C8F8-E1FF-68FA207B4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9525"/>
            <a:ext cx="8839200" cy="4972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7210D3-22B7-1277-5527-2D652DD02317}"/>
              </a:ext>
            </a:extLst>
          </p:cNvPr>
          <p:cNvSpPr txBox="1"/>
          <p:nvPr/>
        </p:nvSpPr>
        <p:spPr>
          <a:xfrm>
            <a:off x="4210048" y="3730109"/>
            <a:ext cx="1152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&lt;&lt;  1  2  3   &gt;&gt;</a:t>
            </a:r>
          </a:p>
          <a:p>
            <a:r>
              <a:rPr lang="en-US" sz="1200" dirty="0"/>
              <a:t>Prev      Next</a:t>
            </a:r>
            <a:endParaRPr lang="en-IN" sz="12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B297D7-DA06-C1BC-B4BC-6FC50D98DE7E}"/>
              </a:ext>
            </a:extLst>
          </p:cNvPr>
          <p:cNvCxnSpPr/>
          <p:nvPr/>
        </p:nvCxnSpPr>
        <p:spPr>
          <a:xfrm>
            <a:off x="4286250" y="2495550"/>
            <a:ext cx="5276850" cy="714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1E98DB2-8B07-B684-FE57-C92362A92A18}"/>
              </a:ext>
            </a:extLst>
          </p:cNvPr>
          <p:cNvSpPr txBox="1"/>
          <p:nvPr/>
        </p:nvSpPr>
        <p:spPr>
          <a:xfrm>
            <a:off x="9801225" y="200025"/>
            <a:ext cx="18573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Blog</a:t>
            </a:r>
          </a:p>
          <a:p>
            <a:endParaRPr lang="en-US" dirty="0"/>
          </a:p>
          <a:p>
            <a:r>
              <a:rPr lang="en-US" dirty="0"/>
              <a:t>We should be able to add new blog articles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9C7819-BA9B-5A3E-CFA7-8AA3F282A662}"/>
              </a:ext>
            </a:extLst>
          </p:cNvPr>
          <p:cNvSpPr txBox="1"/>
          <p:nvPr/>
        </p:nvSpPr>
        <p:spPr>
          <a:xfrm>
            <a:off x="9963150" y="2219325"/>
            <a:ext cx="18573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 of the person, Image, entire text should be editable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BF643B-0ADC-714B-17FD-595C4327CF0A}"/>
              </a:ext>
            </a:extLst>
          </p:cNvPr>
          <p:cNvSpPr txBox="1"/>
          <p:nvPr/>
        </p:nvSpPr>
        <p:spPr>
          <a:xfrm>
            <a:off x="542925" y="5191125"/>
            <a:ext cx="2647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X (twitter link beside other social media links at the footer in all pages)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942D9E-ABAF-9C35-4062-AEACDB01B85E}"/>
              </a:ext>
            </a:extLst>
          </p:cNvPr>
          <p:cNvSpPr txBox="1"/>
          <p:nvPr/>
        </p:nvSpPr>
        <p:spPr>
          <a:xfrm>
            <a:off x="3581400" y="5200739"/>
            <a:ext cx="3705225" cy="1239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600"/>
              </a:spcBef>
              <a:buNone/>
            </a:pPr>
            <a:r>
              <a:rPr lang="en-IN" sz="1200" b="1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  <a:hlinkClick r:id="rId3"/>
              </a:rPr>
              <a:t>Address</a:t>
            </a:r>
            <a:r>
              <a:rPr lang="en-IN" sz="1200" b="1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: </a:t>
            </a:r>
            <a:r>
              <a:rPr lang="en-IN" sz="12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2nd floor, Sri Vijaya, Lakshmi Nilayam, Pragathi Nagar Rd, near NAN convention centre, Kakatiya Hills, Near ALEAP Industrial Area, Hyderabad, Telangana 500090</a:t>
            </a:r>
          </a:p>
          <a:p>
            <a:pPr algn="l">
              <a:lnSpc>
                <a:spcPts val="1650"/>
              </a:lnSpc>
              <a:spcBef>
                <a:spcPts val="600"/>
              </a:spcBef>
              <a:buNone/>
            </a:pPr>
            <a:r>
              <a:rPr lang="en-IN" sz="1200" b="1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Phone: </a:t>
            </a:r>
            <a:r>
              <a:rPr lang="en-IN" sz="1200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4"/>
              </a:rPr>
              <a:t>82474 78663</a:t>
            </a:r>
            <a:endParaRPr lang="en-IN" sz="1200" b="0" i="0" dirty="0">
              <a:solidFill>
                <a:srgbClr val="1F1F1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7413BB-74EA-A1F8-C004-49BBADD3F38C}"/>
              </a:ext>
            </a:extLst>
          </p:cNvPr>
          <p:cNvSpPr txBox="1"/>
          <p:nvPr/>
        </p:nvSpPr>
        <p:spPr>
          <a:xfrm>
            <a:off x="7429500" y="5305514"/>
            <a:ext cx="43910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  <a:hlinkClick r:id="rId5"/>
              </a:rPr>
              <a:t>Address</a:t>
            </a:r>
            <a:r>
              <a:rPr lang="en-IN" sz="1400" b="1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: </a:t>
            </a:r>
            <a:r>
              <a:rPr lang="en-IN" sz="1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SV LANDMARK, </a:t>
            </a:r>
            <a:r>
              <a:rPr lang="en-IN" sz="1400" b="0" i="0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Bollaram</a:t>
            </a:r>
            <a:r>
              <a:rPr lang="en-IN" sz="1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Rd, beside </a:t>
            </a:r>
            <a:r>
              <a:rPr lang="en-IN" sz="1400" b="0" i="0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Paramitha</a:t>
            </a:r>
            <a:r>
              <a:rPr lang="en-IN" sz="1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women and children </a:t>
            </a:r>
            <a:r>
              <a:rPr lang="en-IN" sz="1400" b="0" i="0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hospital,Near</a:t>
            </a:r>
            <a:r>
              <a:rPr lang="en-IN" sz="1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Kausalya Colony, </a:t>
            </a:r>
            <a:r>
              <a:rPr lang="en-IN" sz="1400" b="0" i="0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Bachupally</a:t>
            </a:r>
            <a:r>
              <a:rPr lang="en-IN" sz="1400" dirty="0">
                <a:solidFill>
                  <a:srgbClr val="1F1F1F"/>
                </a:solidFill>
                <a:latin typeface="Arial" panose="020B0604020202020204" pitchFamily="34" charset="0"/>
              </a:rPr>
              <a:t> Main Road</a:t>
            </a:r>
            <a:r>
              <a:rPr lang="en-IN" sz="1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, Hyderabad, Telangana 500118. </a:t>
            </a:r>
            <a:r>
              <a:rPr lang="en-IN" sz="1400" dirty="0">
                <a:solidFill>
                  <a:srgbClr val="1F1F1F"/>
                </a:solidFill>
                <a:latin typeface="Arial" panose="020B0604020202020204" pitchFamily="34" charset="0"/>
              </a:rPr>
              <a:t>P</a:t>
            </a:r>
            <a:r>
              <a:rPr lang="en-IN" sz="1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h:9100061610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83135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14346-6263-80E5-7FC8-1FA57EA1D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CBAC50-E30D-2C74-4913-2C55FE798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18" y="171009"/>
            <a:ext cx="3301409" cy="19405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69C893-01A3-4EE8-48E4-18FD2DF7CD95}"/>
              </a:ext>
            </a:extLst>
          </p:cNvPr>
          <p:cNvSpPr txBox="1"/>
          <p:nvPr/>
        </p:nvSpPr>
        <p:spPr>
          <a:xfrm>
            <a:off x="960773" y="2111605"/>
            <a:ext cx="1628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Missing teeth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E75E7F-F1A8-5D5D-4597-52C6E1E6A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651" y="171009"/>
            <a:ext cx="3958767" cy="208776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4D499CF-2639-E529-521F-3EB19749DDD8}"/>
              </a:ext>
            </a:extLst>
          </p:cNvPr>
          <p:cNvSpPr txBox="1"/>
          <p:nvPr/>
        </p:nvSpPr>
        <p:spPr>
          <a:xfrm>
            <a:off x="4761346" y="2255115"/>
            <a:ext cx="1628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Loose Denture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BF7ED83-1C23-272C-D348-BAFD35E2B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942" y="178079"/>
            <a:ext cx="2409825" cy="24288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40FCD0B-6FA1-5850-B153-1495683D4358}"/>
              </a:ext>
            </a:extLst>
          </p:cNvPr>
          <p:cNvSpPr txBox="1"/>
          <p:nvPr/>
        </p:nvSpPr>
        <p:spPr>
          <a:xfrm>
            <a:off x="8269688" y="2606954"/>
            <a:ext cx="2127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Difficulty chewing</a:t>
            </a: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F49B29B-C13A-43CC-60FF-CBA959A81A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789" y="2928251"/>
            <a:ext cx="2943225" cy="22479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6131437-D9BE-19DE-0AEF-3C10F64F1927}"/>
              </a:ext>
            </a:extLst>
          </p:cNvPr>
          <p:cNvSpPr txBox="1"/>
          <p:nvPr/>
        </p:nvSpPr>
        <p:spPr>
          <a:xfrm>
            <a:off x="301658" y="5300299"/>
            <a:ext cx="2564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Embarassing</a:t>
            </a:r>
            <a:r>
              <a:rPr lang="en-US" dirty="0"/>
              <a:t> while smiling</a:t>
            </a:r>
            <a:endParaRPr lang="en-IN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D4B55D2-8EF3-D477-1E51-C965B8C01E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9618" y="2928251"/>
            <a:ext cx="3271838" cy="246716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26288A8-2A4E-AEA4-53DD-A9647F0C0EDF}"/>
              </a:ext>
            </a:extLst>
          </p:cNvPr>
          <p:cNvSpPr txBox="1"/>
          <p:nvPr/>
        </p:nvSpPr>
        <p:spPr>
          <a:xfrm>
            <a:off x="8386238" y="5395414"/>
            <a:ext cx="1893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Facial Sagging</a:t>
            </a:r>
            <a:endParaRPr lang="en-IN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625372B-04FA-9AF6-E681-D81DA69A0F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2091" y="2999825"/>
            <a:ext cx="3059525" cy="232401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7086CF7-4410-A8A3-5775-EECC902E37FE}"/>
              </a:ext>
            </a:extLst>
          </p:cNvPr>
          <p:cNvSpPr txBox="1"/>
          <p:nvPr/>
        </p:nvSpPr>
        <p:spPr>
          <a:xfrm>
            <a:off x="4913746" y="5666952"/>
            <a:ext cx="1893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Tooth Bone loss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591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7F9D3C-0537-5B9E-BC1E-2A788B81F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86" y="188536"/>
            <a:ext cx="3345322" cy="2677212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4135E5-8EBB-4119-7F11-8A44D4B59D6A}"/>
              </a:ext>
            </a:extLst>
          </p:cNvPr>
          <p:cNvSpPr txBox="1"/>
          <p:nvPr/>
        </p:nvSpPr>
        <p:spPr>
          <a:xfrm>
            <a:off x="1406555" y="2865748"/>
            <a:ext cx="2241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Single tooth implant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67AD75-FB2A-D22C-678A-67869A94E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642" y="188536"/>
            <a:ext cx="3562702" cy="2650748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D45E8A-C09B-AF8F-BD15-6CBA28B19FFA}"/>
              </a:ext>
            </a:extLst>
          </p:cNvPr>
          <p:cNvSpPr txBox="1"/>
          <p:nvPr/>
        </p:nvSpPr>
        <p:spPr>
          <a:xfrm>
            <a:off x="5112860" y="2892621"/>
            <a:ext cx="275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Multiple tooth implant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5F3C1B-5E6E-D1E2-1E98-9A461DE8A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829" y="241873"/>
            <a:ext cx="3411324" cy="2701917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6F8F76-802A-1A24-359B-CBB7863C988A}"/>
              </a:ext>
            </a:extLst>
          </p:cNvPr>
          <p:cNvSpPr txBox="1"/>
          <p:nvPr/>
        </p:nvSpPr>
        <p:spPr>
          <a:xfrm>
            <a:off x="9064262" y="2926458"/>
            <a:ext cx="275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mouth implant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9A359C-128A-1403-A38F-6AC9685CD7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034" y="3692951"/>
            <a:ext cx="3451425" cy="2418517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332F5F-48E6-A95C-5F7D-0A7FDE99E8F2}"/>
              </a:ext>
            </a:extLst>
          </p:cNvPr>
          <p:cNvSpPr txBox="1"/>
          <p:nvPr/>
        </p:nvSpPr>
        <p:spPr>
          <a:xfrm>
            <a:off x="841485" y="6200007"/>
            <a:ext cx="275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Implant supported Denture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5298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E363A-689E-257E-2B28-5F9DBDB8E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F23C1B6-E604-79A5-378E-CBCD34F9BDDC}"/>
              </a:ext>
            </a:extLst>
          </p:cNvPr>
          <p:cNvSpPr txBox="1"/>
          <p:nvPr/>
        </p:nvSpPr>
        <p:spPr>
          <a:xfrm>
            <a:off x="622169" y="1635550"/>
            <a:ext cx="2241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Single tooth implant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96524B-6783-69D2-1E18-9E6FAD23C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45" t="12096" r="32924" b="34158"/>
          <a:stretch>
            <a:fillRect/>
          </a:stretch>
        </p:blipFill>
        <p:spPr>
          <a:xfrm>
            <a:off x="989814" y="344077"/>
            <a:ext cx="1251837" cy="12914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CCDB1B-9883-90E0-FF72-D0AEA8DBBE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46" t="8110" r="8946" b="11065"/>
          <a:stretch>
            <a:fillRect/>
          </a:stretch>
        </p:blipFill>
        <p:spPr>
          <a:xfrm>
            <a:off x="3257297" y="443058"/>
            <a:ext cx="1015103" cy="9992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09B94C-7736-FDCB-651A-40A4E5533F8D}"/>
              </a:ext>
            </a:extLst>
          </p:cNvPr>
          <p:cNvSpPr txBox="1"/>
          <p:nvPr/>
        </p:nvSpPr>
        <p:spPr>
          <a:xfrm>
            <a:off x="2823133" y="1543216"/>
            <a:ext cx="2241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Advanced guided implant surgery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E3CCF1-AC9C-B51A-D1F0-A8839FDD9E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771" y="185691"/>
            <a:ext cx="1449859" cy="14498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16E6A02-394D-8ECD-7C79-EDBA0905C6ED}"/>
              </a:ext>
            </a:extLst>
          </p:cNvPr>
          <p:cNvSpPr txBox="1"/>
          <p:nvPr/>
        </p:nvSpPr>
        <p:spPr>
          <a:xfrm>
            <a:off x="5288047" y="1635549"/>
            <a:ext cx="2241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Painless Procedure</a:t>
            </a: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AD7BA88-ADCE-7DFF-7B9C-D978EC52FB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46" t="7010" r="8946" b="9278"/>
          <a:stretch>
            <a:fillRect/>
          </a:stretch>
        </p:blipFill>
        <p:spPr>
          <a:xfrm>
            <a:off x="7769899" y="185691"/>
            <a:ext cx="1465525" cy="149414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BE12492-53E2-20EB-579F-9566DFA7FA1E}"/>
              </a:ext>
            </a:extLst>
          </p:cNvPr>
          <p:cNvSpPr txBox="1"/>
          <p:nvPr/>
        </p:nvSpPr>
        <p:spPr>
          <a:xfrm>
            <a:off x="7610974" y="1675124"/>
            <a:ext cx="2241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Sterile Protocol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99FDC0C-72EC-884E-04D2-218328E624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48" t="3848" r="19546" b="9141"/>
          <a:stretch>
            <a:fillRect/>
          </a:stretch>
        </p:blipFill>
        <p:spPr>
          <a:xfrm>
            <a:off x="9859657" y="214812"/>
            <a:ext cx="1522473" cy="149414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B5137EF-9A90-A7D9-2CC8-CD216292A0EE}"/>
              </a:ext>
            </a:extLst>
          </p:cNvPr>
          <p:cNvSpPr txBox="1"/>
          <p:nvPr/>
        </p:nvSpPr>
        <p:spPr>
          <a:xfrm>
            <a:off x="9778348" y="1708960"/>
            <a:ext cx="2241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3D CBCT Planning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43DD240-79A3-52C8-1056-DEDD97973B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7" t="7698" r="10367" b="9415"/>
          <a:stretch>
            <a:fillRect/>
          </a:stretch>
        </p:blipFill>
        <p:spPr>
          <a:xfrm>
            <a:off x="989814" y="2488676"/>
            <a:ext cx="1154548" cy="118105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F33AD08-984B-4F23-A8FD-ACECE934BE53}"/>
              </a:ext>
            </a:extLst>
          </p:cNvPr>
          <p:cNvSpPr txBox="1"/>
          <p:nvPr/>
        </p:nvSpPr>
        <p:spPr>
          <a:xfrm>
            <a:off x="836568" y="3855741"/>
            <a:ext cx="1558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Long Lasting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9580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</TotalTime>
  <Words>192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9</cp:revision>
  <dcterms:created xsi:type="dcterms:W3CDTF">2026-05-27T08:36:10Z</dcterms:created>
  <dcterms:modified xsi:type="dcterms:W3CDTF">2026-06-04T13:27:11Z</dcterms:modified>
</cp:coreProperties>
</file>